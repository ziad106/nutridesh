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69" r:id="rId6"/>
    <p:sldId id="270" r:id="rId7"/>
    <p:sldId id="262" r:id="rId8"/>
    <p:sldId id="263" r:id="rId9"/>
    <p:sldId id="264" r:id="rId10"/>
    <p:sldId id="265" r:id="rId11"/>
    <p:sldId id="271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62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76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53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NutriDesh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A Bangla-first AI nutrition companion built for Bangladesh.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Bangladesh carries a double burden of malnutrition. Twenty-four percent of children are stunted. Eleven percent of adults are diabetic. Thirty-five percent of women are now overweight — up from eleven percent two decades ago.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And yet — for a hundred and seventy million people who live on dal-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bhat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ilish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and khichuri — there is not a single nutrition app that speaks Bangla or recognizes a single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deshi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dish. Every app on the market is English, Western, and useless here.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This is a 170-million-user gap nobody has built for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NutriDesh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closes that gap. Three principles.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One — it understands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deshi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food. AI vision tuned for hilsa, khichuri, dal,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pui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shak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shutki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not pasta and quinoa.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Two — it speaks Bangla. Every screen, every alert, every AI response — in Bangla first, with text-to-speech for low-literacy and elderly users.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Three — it knows your life. Bazaar prices. Ramadan timings. Diabetic recipes. Pregnancy by gestational week. WHO stunting checks for children.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Not a Western app translated. A Bangladeshi app, designed first.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Here is how it works. A user points their phone at any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deshi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plate — raw, cooked, or mixed.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The image goes to Gemini Flash multimodal vision, which identifies each component in Bangla and English, estimates portion size, and returns a structured nutrition card pulled from our curated Bangladeshi food database.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Three seconds, end to end.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168664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The user logs the meal and can ask the AI assistant anything — in Bangla. *"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ডায়াবেটিসে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ইলিশ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খাওয়া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যাবে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?"*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The assistant knows the user's profile, medical conditions, and every meal logged today. The response is contextual, not generic — grounded in BIRDEM, FAO, and WHO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guidelin</a:t>
            </a:r>
            <a:r>
              <a:rPr lang="en-BD" dirty="0">
                <a:effectLst/>
              </a:rPr>
              <a:t> 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560981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All of it rolls up to a daily dashboard. Calories, macros, key micronutrients against Bangladeshi RDA values, deficiency alerts, and a sodium warning if salt creeps past clinical thresholds.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431445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Plus six specialized modes — diabetes, pregnancy, child growth, Ramadan,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Shastho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Shebika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portal, and bazaar budget meals.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Now the AI thinking.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One model, three jobs. Gemini Flash powers food vision, Bangla conversation, and budget meal recommendations. We force structured JSON output via `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responseSchema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` so the model cannot hallucinate free text.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 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Context injection on every chat call. User profile, conditions, calorie target, today's nutrients, last ten messages — all passed as system instructions. That is why the assistant gives diabetic-aware answers, not generic LLM advice.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 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RAG-style enrichment. Gemini identifies the food; our local Bangladeshi food database supplies trusted FAO and BIRDEM nutrition values. AI for perception, structured data for facts.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 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Caching plus rate limit. Server-side cache with thirty-day TTL, pre-seeded for fifty common dishes. Free tier handles fifteen hundred requests per day.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 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Total infrastructure cost — zero taka, zero dollars.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Every other nutrition app fails on Bangla, fails on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deshi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food, fails on bazaar reality.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NutriDesh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is the inverse.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Five users get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NutriDesh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 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Household managers planning family meals on tight budgets. Diabetic patients tracking glycemic load. Pregnant mothers needing folate by gestational week. Parents tracking child stunting.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Shastho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Shebikas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managing entire villages.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And this isn't a deck — the product is live. Web app on `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nutridesh.expo.app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` — judges can open it right now, no install. Android APK shipped through Expo Application Services. Backend on Render. OTA update channel configured.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 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Next steps: a fine-tuned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EfficientNet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classifier on a five-thousand-image Bengali food corpus for offline scan.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Supabase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cloud sync.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icddr,b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 BIRDEM clinical validation. Play Store launch.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Nutrition intelligence for every Bangladeshi household. In their language. With their food. At their budget.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 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&gt; **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নিউট্রিদেশ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পুষ্টি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সবার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জন্য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.**</a:t>
            </a:r>
            <a:endParaRPr lang="en-BD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NutriDesh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77240" y="3657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নিউট্রিদেশ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nutrition for Bangladesh. In Bangla. For Bangladeshi food.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8521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852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CloudCamp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58521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5852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Track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585216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5852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Stack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521440" y="2194560"/>
            <a:ext cx="73152" cy="3291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 hiding in plain sight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double burden of malnutrition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560320" cy="13716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94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stunted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103120"/>
            <a:ext cx="2560320" cy="137160"/>
          </a:xfrm>
          <a:prstGeom prst="rect">
            <a:avLst/>
          </a:prstGeom>
          <a:solidFill>
            <a:srgbClr val="D97B2D"/>
          </a:solidFill>
          <a:ln w="12700">
            <a:solidFill>
              <a:srgbClr val="D97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D97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520440" y="3840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with diabetes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103120"/>
            <a:ext cx="2560320" cy="137160"/>
          </a:xfrm>
          <a:prstGeom prst="rect">
            <a:avLst/>
          </a:prstGeom>
          <a:solidFill>
            <a:srgbClr val="E6B325"/>
          </a:solidFill>
          <a:ln w="12700">
            <a:solidFill>
              <a:srgbClr val="E6B3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6B3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309360" y="3840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now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or obese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5400" y="21031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2103120"/>
            <a:ext cx="2560320" cy="137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170M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098280" y="3840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zero apps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speak their food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73152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32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nutrition app is built for Western diets. None speak Bangla. None know dal-bhat-ilish.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NutriDesh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nutrition companion built Bangladeshi from the ground 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 your food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trained on hilsa, khichuri, dal, pui shak, shutki — not pasta and quinoa.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331720"/>
            <a:ext cx="640080" cy="640080"/>
          </a:xfrm>
          <a:prstGeom prst="ellipse">
            <a:avLst/>
          </a:prstGeom>
          <a:solidFill>
            <a:srgbClr val="D97B2D"/>
          </a:solidFill>
          <a:ln w="12700">
            <a:solidFill>
              <a:srgbClr val="D97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Speaks your language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840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screen, every alert, every chat response — in Bangla first. Hind Siliguri throughout.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331720"/>
            <a:ext cx="640080" cy="64008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1248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Knows your life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840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 prices, Ramadan timings, diabetic dal recipes, pregnancy by gestational week.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Western app translated. A Bangladeshi app, designed first.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98CB37-DA0D-2600-B152-1DCD58986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517"/>
            <a:ext cx="12159258" cy="687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1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B318E-7FDC-C233-103F-15C9838FF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2505" y="-112295"/>
            <a:ext cx="12432132" cy="705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9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67AFB6-6AAA-275D-0D8B-4D83FEE5B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84"/>
            <a:ext cx="12203908" cy="685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8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stop at MVP.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modes for the populations that need them most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91440" cy="2057400"/>
          </a:xfrm>
          <a:prstGeom prst="rect">
            <a:avLst/>
          </a:prstGeom>
          <a:solidFill>
            <a:srgbClr val="E6B325"/>
          </a:solidFill>
          <a:ln w="12700">
            <a:solidFill>
              <a:srgbClr val="E6B3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🩺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traffic light per meal, glucose log, sodium alerts.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91440" cy="20574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🤱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Pregnancy Mode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Gestational week tracking, trimester-specific targets.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20240"/>
            <a:ext cx="91440" cy="2057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👶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 Profile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growth standards, stunting &amp; underweight assessment.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60520"/>
            <a:ext cx="91440" cy="205740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🌙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Ramadan Mode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Sehri/Iftar guidance, hydration tracker, diabetic-safe.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16052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160520"/>
            <a:ext cx="91440" cy="2057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61772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Shastho Shebika Portal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PIN-locked roster, PDF reports for community health workers.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16052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160520"/>
            <a:ext cx="91440" cy="2057400"/>
          </a:xfrm>
          <a:prstGeom prst="rect">
            <a:avLst/>
          </a:prstGeom>
          <a:solidFill>
            <a:srgbClr val="D97B2D"/>
          </a:solidFill>
          <a:ln w="12700">
            <a:solidFill>
              <a:srgbClr val="D97B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41248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Meal Planner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1248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৳150 input → nutritious meals at bazaar prices.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 100% free stack.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APIs. Zero hosting bills. Production-ready.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 React Native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2194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Android, one codebase, QR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Flash (latest)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2971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Unified: food vision + Bangla chat + recs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37490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free on Render with keep-alive 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26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AsyncStorage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4526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cache, offline-capable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03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4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5303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 Web + EAS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5303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 + Android APK with OTA updates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E6B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infrastructure cost at hackathon scale:  ৳0  /  $0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different.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vs. every nutrition app you've seen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5F1EC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5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other 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interface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foods: pasta, quinoa, smoothies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or gym-culture focused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global recommendations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what shutki or pui shak 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Bangladesh's price reality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0116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NutriDesh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Bangla-first throughout, English toggle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Hilsa, khichuri, dal, pui shak — native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+ bazaar + Ramadan grounded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to your conditions + budget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0372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BD foods, 200 roadmap, growing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৳150 budget mode, bazaar price table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who needs it most.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Bangladeshis who get NutriDesh — and what changes for them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09728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 manager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if family meals meet daily nutrition needs — at bazaar prices.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109728" cy="731520"/>
          </a:xfrm>
          <a:prstGeom prst="rect">
            <a:avLst/>
          </a:prstGeom>
          <a:solidFill>
            <a:srgbClr val="E6B325"/>
          </a:solidFill>
          <a:ln w="12700">
            <a:solidFill>
              <a:srgbClr val="E6B3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Diabetic patient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Glycemic load on every plate. Doctor-shareable weekly report.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728" cy="7315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57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Pregnant mother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guidance for folate, iron, calcium needs.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526280"/>
            <a:ext cx="10972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26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of young child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14800" y="4526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growth tracking, stunting risk alerts, deshi food recipes.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394960"/>
            <a:ext cx="109728" cy="731520"/>
          </a:xfrm>
          <a:prstGeom prst="rect">
            <a:avLst/>
          </a:prstGeom>
          <a:solidFill>
            <a:srgbClr val="C4704A"/>
          </a:solidFill>
          <a:ln w="12700">
            <a:solidFill>
              <a:srgbClr val="C47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94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Shastho Shebika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11480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portal to manage village families, PDF clinical reports.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5943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live. Already shipped.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8209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pitch deck — it's a working product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118235"/>
            <a:ext cx="5532120" cy="2011680"/>
          </a:xfrm>
          <a:prstGeom prst="roundRect">
            <a:avLst>
              <a:gd name="adj" fmla="val 319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164" y="1281355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dirty="0">
                <a:solidFill>
                  <a:srgbClr val="000000"/>
                </a:solidFill>
              </a:rPr>
              <a:t>🌐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424566" y="1341991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Web App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72164" y="1926117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nutridesh.expo.app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2164" y="239071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right now. Open on any phone or laptop. No install needed.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424" y="3191256"/>
            <a:ext cx="5532120" cy="1920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7812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dirty="0">
                <a:solidFill>
                  <a:srgbClr val="000000"/>
                </a:solidFill>
              </a:rPr>
              <a:t>📱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1131283" y="3317095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APK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2940" y="38724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EAS · OTA updates ready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" y="4250001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APK shipped through Expo Application Services. Live update channel configured — ship fixes without re-installs.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304800" y="5123253"/>
            <a:ext cx="11399520" cy="1341336"/>
          </a:xfrm>
          <a:prstGeom prst="roundRect">
            <a:avLst/>
          </a:prstGeom>
          <a:solidFill>
            <a:srgbClr val="D97B2D"/>
          </a:solidFill>
          <a:ln>
            <a:solidFill>
              <a:srgbClr val="D9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9120" y="5516009"/>
            <a:ext cx="217496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dirty="0">
                <a:solidFill>
                  <a:srgbClr val="FFFFFF"/>
                </a:solidFill>
              </a:rPr>
              <a:t>Roadmap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189689"/>
            <a:ext cx="850392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</a:rPr>
              <a:t>• Fine-tuned </a:t>
            </a:r>
            <a:r>
              <a:rPr sz="2000" b="1" dirty="0" err="1">
                <a:solidFill>
                  <a:srgbClr val="FFFFFF"/>
                </a:solidFill>
              </a:rPr>
              <a:t>EfficientNet</a:t>
            </a:r>
            <a:r>
              <a:rPr sz="2000" b="1" dirty="0">
                <a:solidFill>
                  <a:srgbClr val="FFFFFF"/>
                </a:solidFill>
              </a:rPr>
              <a:t> on 5K BD food images</a:t>
            </a:r>
          </a:p>
          <a:p>
            <a:pPr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</a:rPr>
              <a:t>• </a:t>
            </a:r>
            <a:r>
              <a:rPr sz="2000" b="1" dirty="0" err="1">
                <a:solidFill>
                  <a:srgbClr val="FFFFFF"/>
                </a:solidFill>
              </a:rPr>
              <a:t>Supabase</a:t>
            </a:r>
            <a:r>
              <a:rPr sz="2000" b="1" dirty="0">
                <a:solidFill>
                  <a:srgbClr val="FFFFFF"/>
                </a:solidFill>
              </a:rPr>
              <a:t> cloud sync + family dashboards</a:t>
            </a:r>
          </a:p>
          <a:p>
            <a:pPr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</a:rPr>
              <a:t>• </a:t>
            </a:r>
            <a:r>
              <a:rPr sz="2000" b="1" dirty="0" err="1">
                <a:solidFill>
                  <a:srgbClr val="FFFFFF"/>
                </a:solidFill>
              </a:rPr>
              <a:t>icddr,b</a:t>
            </a:r>
            <a:r>
              <a:rPr sz="2000" b="1" dirty="0">
                <a:solidFill>
                  <a:srgbClr val="FFFFFF"/>
                </a:solidFill>
              </a:rPr>
              <a:t> + BIRDEM clinical validation</a:t>
            </a:r>
          </a:p>
          <a:p>
            <a:pPr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</a:rPr>
              <a:t>• Play Store launch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613F7B-7BD8-8E75-E820-1BE2DEC54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492" y="847780"/>
            <a:ext cx="2183160" cy="4256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54E6D3-F1CE-1E2D-96B0-7E5241C97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227" y="842509"/>
            <a:ext cx="2113193" cy="42362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intelligence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2057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i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Bangladeshi household.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794761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language. With their food. At their budget.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30352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303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nutridesh.expo.app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530352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CloudCamp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53035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A2D1F"/>
          </a:solidFill>
          <a:ln w="12700">
            <a:solidFill>
              <a:srgbClr val="375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5303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5 CSE students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নিউট্রিদেশ  ·  May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NutriDesh  ·  CloudCamp Bangladesh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8995C0-C7EE-5BE3-C6C4-060B781A7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779" y="2704364"/>
            <a:ext cx="2310063" cy="2310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1502</Words>
  <Application>Microsoft Macintosh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NutriDesh — CloudCamp Bangladesh 2026</dc:title>
  <dc:subject>PptxGenJS Presentation</dc:subject>
  <dc:creator>Ziad Muhammad Tahzeeb Rahman</dc:creator>
  <cp:lastModifiedBy>Ziad Tahzeeb</cp:lastModifiedBy>
  <cp:revision>4</cp:revision>
  <dcterms:created xsi:type="dcterms:W3CDTF">2026-05-25T15:06:51Z</dcterms:created>
  <dcterms:modified xsi:type="dcterms:W3CDTF">2026-05-30T15:36:05Z</dcterms:modified>
</cp:coreProperties>
</file>